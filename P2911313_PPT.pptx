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Comparison of ANN and CNN on Fashion-MNIST Dataset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algn="just" defTabSz="438911">
              <a:defRPr sz="3072">
                <a:solidFill>
                  <a:srgbClr val="080808"/>
                </a:solidFill>
              </a:defRPr>
            </a:pPr>
            <a:r>
              <a:t>Presenter: [Sivanesh Muruganandham ]</a:t>
            </a:r>
          </a:p>
          <a:p>
            <a:pPr algn="just" defTabSz="438911">
              <a:defRPr sz="3072">
                <a:solidFill>
                  <a:srgbClr val="080808"/>
                </a:solidFill>
              </a:defRPr>
            </a:pPr>
            <a:r>
              <a:t>Course: [MSC in AI]</a:t>
            </a:r>
          </a:p>
          <a:p>
            <a:pPr algn="just" defTabSz="438911">
              <a:defRPr sz="3072">
                <a:solidFill>
                  <a:srgbClr val="080808"/>
                </a:solidFill>
              </a:defRPr>
            </a:pPr>
            <a:r>
              <a:t>Date: November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9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18897" indent="-318897" defTabSz="425195">
              <a:defRPr sz="2976"/>
            </a:pPr>
          </a:p>
          <a:p>
            <a:pPr marL="318897" indent="-318897" defTabSz="425195">
              <a:defRPr sz="2976"/>
            </a:pPr>
            <a:r>
              <a:t>This project compares Artificial Neural Network (ANN) and Convolutional Neural Network (CNN) models.</a:t>
            </a:r>
          </a:p>
          <a:p>
            <a:pPr marL="318897" indent="-318897" defTabSz="425195">
              <a:defRPr sz="2976"/>
            </a:pPr>
            <a:r>
              <a:t>The models classify 70,000 grayscale images (28×28 pixels) from the Fashion-MNIST dataset.</a:t>
            </a:r>
          </a:p>
          <a:p>
            <a:pPr marL="318897" indent="-318897" defTabSz="425195">
              <a:defRPr sz="2976"/>
            </a:pPr>
            <a:r>
              <a:t>The aim was to identify which model performs better in recognising clothing categories accurately.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Objectives / Goals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Design and train ANN and CNN models for clothing image classification.</a:t>
            </a:r>
          </a:p>
          <a:p>
            <a:pPr/>
            <a:r>
              <a:t>Compare model performance in terms of accuracy and classification ability.</a:t>
            </a:r>
          </a:p>
          <a:p>
            <a:pPr/>
            <a:r>
              <a:t>Identify challenges in distinguishing visually similar clothing items.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Methodology / Approach</a:t>
            </a:r>
          </a:p>
        </p:txBody>
      </p:sp>
      <p:sp>
        <p:nvSpPr>
          <p:cNvPr id="10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Images were normalised and split into training, validation, and test sets.</a:t>
            </a:r>
          </a:p>
          <a:p>
            <a:pPr/>
            <a:r>
              <a:t>Both models were implemented using PyTorch, trained for 10 epochs with Adam optimiser and cross-entropy loss.</a:t>
            </a:r>
          </a:p>
          <a:p>
            <a:pPr/>
            <a:r>
              <a:t>Evaluation was done using accuracy scores and confusion matrices.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Data / Materials / Inputs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Dataset: Fashion-MNIST with 70,000 grayscale images of 10 clothing categories.</a:t>
            </a:r>
          </a:p>
          <a:p>
            <a:pPr/>
            <a:r>
              <a:t>Images resized to 28×28 pixels and normalised between -1 and 1.</a:t>
            </a:r>
          </a:p>
          <a:p>
            <a:pPr/>
            <a:r>
              <a:t>Train/validation/test split of 80:20, using 10,000 images for testing.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 / Process</a:t>
            </a:r>
          </a:p>
        </p:txBody>
      </p:sp>
      <p:sp>
        <p:nvSpPr>
          <p:cNvPr id="11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ANN Model: Three fully connected layers (784→256→128→10).</a:t>
            </a:r>
          </a:p>
          <a:p>
            <a:pPr/>
            <a:r>
              <a:t>CNN Model: Two convolutional layers (32 and 64 filters), followed by ReLU, max-pooling, and a dense layer with 128 neurons.</a:t>
            </a:r>
          </a:p>
          <a:p>
            <a:pPr/>
            <a:r>
              <a:t>Training monitored using training and validation loss per epoch.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Results / Findings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ANN achieved 86% accuracy — decent but struggled with spatial features.</a:t>
            </a:r>
          </a:p>
          <a:p>
            <a:pPr/>
            <a:r>
              <a:t>CNN achieved 92% accuracy — better at pattern recognition and texture detection.</a:t>
            </a:r>
          </a:p>
          <a:p>
            <a:pPr/>
            <a:r>
              <a:t>Both models misclassified similar categories like shirts vs coats and pullovers vs dresses.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Discussion / Interpretation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CNN’s superior accuracy is due to its ability to capture spatial hierarchies in image data.</a:t>
            </a:r>
          </a:p>
          <a:p>
            <a:pPr/>
            <a:r>
              <a:t>ANN treats images as flat vectors, losing spatial information.</a:t>
            </a:r>
          </a:p>
          <a:p>
            <a:pPr/>
            <a:r>
              <a:t>Confusion matrices confirmed visual similarities as the main cause of misclassification.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Conclusion / Summary</a:t>
            </a:r>
          </a:p>
        </p:txBody>
      </p:sp>
      <p:sp>
        <p:nvSpPr>
          <p:cNvPr id="11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CNNs outperform ANNs in image classification with a 6% higher accuracy (92% vs 86%).</a:t>
            </a:r>
          </a:p>
          <a:p>
            <a:pPr/>
            <a:r>
              <a:t>CNNs effectively process textures, edges, and patterns for more accurate predictions.</a:t>
            </a:r>
          </a:p>
          <a:p>
            <a:pPr/>
            <a:r>
              <a:t>Findings support CNNs as the preferred model for fashion and visual recognition tasks.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chemeClr val="accent1">
                <a:hueOff val="357503"/>
                <a:satOff val="54545"/>
                <a:lumOff val="29273"/>
              </a:schemeClr>
            </a:gs>
            <a:gs pos="100000">
              <a:schemeClr val="accent1">
                <a:hueOff val="418253"/>
                <a:satOff val="54545"/>
                <a:lumOff val="42493"/>
              </a:schemeClr>
            </a:gs>
          </a:gsLst>
          <a:lin ang="162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Future Work / Acknowledgments</a:t>
            </a:r>
          </a:p>
        </p:txBody>
      </p:sp>
      <p:sp>
        <p:nvSpPr>
          <p:cNvPr id="122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64032" indent="-264032" defTabSz="352043">
              <a:spcBef>
                <a:spcPts val="500"/>
              </a:spcBef>
              <a:defRPr sz="2464"/>
            </a:pPr>
          </a:p>
          <a:p>
            <a:pPr marL="264032" indent="-264032" defTabSz="352043">
              <a:spcBef>
                <a:spcPts val="500"/>
              </a:spcBef>
              <a:defRPr sz="2464"/>
            </a:pPr>
            <a:r>
              <a:t>Use data augmentation (rotation, flipping, zoom) for better generalisation.</a:t>
            </a:r>
          </a:p>
          <a:p>
            <a:pPr marL="264032" indent="-264032" defTabSz="352043">
              <a:spcBef>
                <a:spcPts val="500"/>
              </a:spcBef>
              <a:defRPr sz="2464"/>
            </a:pPr>
            <a:r>
              <a:t>Implement deeper CNN architectures (e.g., ResNet, VGGNet).</a:t>
            </a:r>
          </a:p>
          <a:p>
            <a:pPr marL="264032" indent="-264032" defTabSz="352043">
              <a:spcBef>
                <a:spcPts val="500"/>
              </a:spcBef>
              <a:defRPr sz="2464"/>
            </a:pPr>
            <a:r>
              <a:t>Apply batch normalisation and alternative optimisers like AdamW or RMSprop.</a:t>
            </a:r>
          </a:p>
          <a:p>
            <a:pPr marL="264032" indent="-264032" defTabSz="352043">
              <a:spcBef>
                <a:spcPts val="500"/>
              </a:spcBef>
              <a:defRPr sz="2464"/>
            </a:pPr>
            <a:r>
              <a:t>Include precision, recall, and F1-scores for detailed evaluation.</a:t>
            </a:r>
          </a:p>
          <a:p>
            <a:pPr marL="264032" indent="-264032" defTabSz="352043">
              <a:spcBef>
                <a:spcPts val="500"/>
              </a:spcBef>
              <a:defRPr sz="2464"/>
            </a:pPr>
            <a:r>
              <a:t>Acknowledgments: PyTorch Framework, Fashion-MNIST dataset, OpenAI Guidance.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